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77136bce154ff4" /><Relationship Type="http://schemas.openxmlformats.org/officeDocument/2006/relationships/extended-properties" Target="/docProps/app.xml" Id="R65fa0f13e3c04041" /><Relationship Type="http://schemas.openxmlformats.org/officeDocument/2006/relationships/officeDocument" Target="/ppt/presentation.xml" Id="R204db565204a431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a00c43b2ab554973"/>
  </p:sldMasterIdLst>
  <p:notesMasterIdLst>
    <p:notesMasterId xmlns:r="http://schemas.openxmlformats.org/officeDocument/2006/relationships" r:id="Re922e78fe5d04535"/>
  </p:notesMasterIdLst>
  <p:sldIdLst>
    <p:sldId xmlns:r="http://schemas.openxmlformats.org/officeDocument/2006/relationships" id="256" r:id="Rebe225f5a7864430"/>
    <p:sldId xmlns:r="http://schemas.openxmlformats.org/officeDocument/2006/relationships" id="257" r:id="Rc742c76e90d945eb"/>
    <p:sldId xmlns:r="http://schemas.openxmlformats.org/officeDocument/2006/relationships" id="258" r:id="R3bc5f19ed9e648f3"/>
    <p:sldId xmlns:r="http://schemas.openxmlformats.org/officeDocument/2006/relationships" id="259" r:id="R1effa64b37a74bf5"/>
    <p:sldId xmlns:r="http://schemas.openxmlformats.org/officeDocument/2006/relationships" id="260" r:id="R93d8727dd39843e3"/>
    <p:sldId xmlns:r="http://schemas.openxmlformats.org/officeDocument/2006/relationships" id="261" r:id="Rc2172fa55c6543de"/>
    <p:sldId xmlns:r="http://schemas.openxmlformats.org/officeDocument/2006/relationships" id="262" r:id="R53325c7dcb754fb1"/>
    <p:sldId xmlns:r="http://schemas.openxmlformats.org/officeDocument/2006/relationships" id="263" r:id="R747c952dd694408f"/>
    <p:sldId xmlns:r="http://schemas.openxmlformats.org/officeDocument/2006/relationships" id="264" r:id="Rb0bd783de0494738"/>
    <p:sldId xmlns:r="http://schemas.openxmlformats.org/officeDocument/2006/relationships" id="265" r:id="Rf5a670d1195440f0"/>
    <p:sldId xmlns:r="http://schemas.openxmlformats.org/officeDocument/2006/relationships" id="266" r:id="R3bec7d27ed33464a"/>
    <p:sldId xmlns:r="http://schemas.openxmlformats.org/officeDocument/2006/relationships" id="267" r:id="Ra25feca80bf84c8b"/>
    <p:sldId xmlns:r="http://schemas.openxmlformats.org/officeDocument/2006/relationships" id="268" r:id="R91e5dfda12424cc8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111cdac66dac45d9"/>
      <p:bold xmlns:r="http://schemas.openxmlformats.org/officeDocument/2006/relationships" r:id="R53df5f0183a649c9"/>
      <p:italic xmlns:r="http://schemas.openxmlformats.org/officeDocument/2006/relationships" r:id="R351de840c7244209"/>
      <p:boldItalic xmlns:r="http://schemas.openxmlformats.org/officeDocument/2006/relationships" r:id="R086f9eadfcca447e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482f77fe243f2" /><Relationship Type="http://schemas.openxmlformats.org/officeDocument/2006/relationships/slideMaster" Target="/ppt/slideMasters/slideMaster1.xml" Id="Ra00c43b2ab554973" /><Relationship Type="http://schemas.openxmlformats.org/officeDocument/2006/relationships/notesMaster" Target="/ppt/notesMasters/notesMaster1.xml" Id="Re922e78fe5d04535" /><Relationship Type="http://schemas.openxmlformats.org/officeDocument/2006/relationships/presProps" Target="/ppt/presProps.xml" Id="R77ce6ae6f62d4286" /><Relationship Type="http://schemas.openxmlformats.org/officeDocument/2006/relationships/viewProps" Target="/ppt/viewProps.xml" Id="Rc5fd0ebd2bbd4867" /><Relationship Type="http://schemas.openxmlformats.org/officeDocument/2006/relationships/tableStyles" Target="/ppt/tableStyles.xml" Id="R2b425126c1864a7b" /><Relationship Type="http://schemas.openxmlformats.org/officeDocument/2006/relationships/font" Target="/ppt/fonts/font.dat" Id="R111cdac66dac45d9" /><Relationship Type="http://schemas.openxmlformats.org/officeDocument/2006/relationships/font" Target="/ppt/fonts/font2.dat" Id="R53df5f0183a649c9" /><Relationship Type="http://schemas.openxmlformats.org/officeDocument/2006/relationships/font" Target="/ppt/fonts/font3.dat" Id="R351de840c7244209" /><Relationship Type="http://schemas.openxmlformats.org/officeDocument/2006/relationships/font" Target="/ppt/fonts/font4.dat" Id="R086f9eadfcca447e" /><Relationship Type="http://schemas.openxmlformats.org/officeDocument/2006/relationships/slide" Target="/ppt/slides/slide1.xml" Id="Rebe225f5a7864430" /><Relationship Type="http://schemas.openxmlformats.org/officeDocument/2006/relationships/slide" Target="/ppt/slides/slide2.xml" Id="Rc742c76e90d945eb" /><Relationship Type="http://schemas.openxmlformats.org/officeDocument/2006/relationships/slide" Target="/ppt/slides/slide3.xml" Id="R3bc5f19ed9e648f3" /><Relationship Type="http://schemas.openxmlformats.org/officeDocument/2006/relationships/slide" Target="/ppt/slides/slide4.xml" Id="R1effa64b37a74bf5" /><Relationship Type="http://schemas.openxmlformats.org/officeDocument/2006/relationships/slide" Target="/ppt/slides/slide5.xml" Id="R93d8727dd39843e3" /><Relationship Type="http://schemas.openxmlformats.org/officeDocument/2006/relationships/slide" Target="/ppt/slides/slide6.xml" Id="Rc2172fa55c6543de" /><Relationship Type="http://schemas.openxmlformats.org/officeDocument/2006/relationships/slide" Target="/ppt/slides/slide7.xml" Id="R53325c7dcb754fb1" /><Relationship Type="http://schemas.openxmlformats.org/officeDocument/2006/relationships/slide" Target="/ppt/slides/slide8.xml" Id="R747c952dd694408f" /><Relationship Type="http://schemas.openxmlformats.org/officeDocument/2006/relationships/slide" Target="/ppt/slides/slide9.xml" Id="Rb0bd783de0494738" /><Relationship Type="http://schemas.openxmlformats.org/officeDocument/2006/relationships/slide" Target="/ppt/slides/slide10.xml" Id="Rf5a670d1195440f0" /><Relationship Type="http://schemas.openxmlformats.org/officeDocument/2006/relationships/slide" Target="/ppt/slides/slide11.xml" Id="R3bec7d27ed33464a" /><Relationship Type="http://schemas.openxmlformats.org/officeDocument/2006/relationships/slide" Target="/ppt/slides/slide12.xml" Id="Ra25feca80bf84c8b" /><Relationship Type="http://schemas.openxmlformats.org/officeDocument/2006/relationships/slide" Target="/ppt/slides/slide13.xml" Id="R91e5dfda12424c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f55fb22d4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96c57f6044375" /><Relationship Type="http://schemas.openxmlformats.org/officeDocument/2006/relationships/notesMaster" Target="/ppt/notesMasters/notesMaster1.xml" Id="R09113b05518f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809b73b7849f4" /><Relationship Type="http://schemas.openxmlformats.org/officeDocument/2006/relationships/notesMaster" Target="/ppt/notesMasters/notesMaster1.xml" Id="Rb96d782fcd184b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bb879c66b04a4a" /><Relationship Type="http://schemas.openxmlformats.org/officeDocument/2006/relationships/notesMaster" Target="/ppt/notesMasters/notesMaster1.xml" Id="R288b5f85945d47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474214fcb54c12" /><Relationship Type="http://schemas.openxmlformats.org/officeDocument/2006/relationships/notesMaster" Target="/ppt/notesMasters/notesMaster1.xml" Id="Rf72b443927074e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fd6f9e356c474e" /><Relationship Type="http://schemas.openxmlformats.org/officeDocument/2006/relationships/notesMaster" Target="/ppt/notesMasters/notesMaster1.xml" Id="R56cf3d3fb6d74a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0496fe0e9a4950" /><Relationship Type="http://schemas.openxmlformats.org/officeDocument/2006/relationships/notesMaster" Target="/ppt/notesMasters/notesMaster1.xml" Id="Rc138d39c9a98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e2e23c395649ea" /><Relationship Type="http://schemas.openxmlformats.org/officeDocument/2006/relationships/notesMaster" Target="/ppt/notesMasters/notesMaster1.xml" Id="R2474f8d091054c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574f270523441b" /><Relationship Type="http://schemas.openxmlformats.org/officeDocument/2006/relationships/notesMaster" Target="/ppt/notesMasters/notesMaster1.xml" Id="Rd183d9c04d4a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91733f6e234985" /><Relationship Type="http://schemas.openxmlformats.org/officeDocument/2006/relationships/notesMaster" Target="/ppt/notesMasters/notesMaster1.xml" Id="R7a3507de99c5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99d24a108e48d3" /><Relationship Type="http://schemas.openxmlformats.org/officeDocument/2006/relationships/notesMaster" Target="/ppt/notesMasters/notesMaster1.xml" Id="R33ecbcf7551d48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eda72a64c24da5" /><Relationship Type="http://schemas.openxmlformats.org/officeDocument/2006/relationships/notesMaster" Target="/ppt/notesMasters/notesMaster1.xml" Id="R3e26ee6d0ca94c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043b67120c4fe5" /><Relationship Type="http://schemas.openxmlformats.org/officeDocument/2006/relationships/notesMaster" Target="/ppt/notesMasters/notesMaster1.xml" Id="R7fa82d6aa73c46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1692df6adc4eb6" /><Relationship Type="http://schemas.openxmlformats.org/officeDocument/2006/relationships/notesMaster" Target="/ppt/notesMasters/notesMaster1.xml" Id="R2687c4db0c844a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1ab5a5bee490d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14594ECF-3AA0-475C-B94D-F033E5C13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744EFE02-0508-4F6D-8E02-AB31CCE31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0780C126-B1B2-4AA6-971B-A62F0E253F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E5049A5-C474-48F0-9273-02CD95640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8985352f4a346e3" /><Relationship Type="http://schemas.openxmlformats.org/officeDocument/2006/relationships/image" Target="/ppt/media/image2.png" Id="R659a6aaa0f314ad1" /><Relationship Type="http://schemas.openxmlformats.org/officeDocument/2006/relationships/image" Target="/ppt/media/image3.png" Id="R83f824f208404c57" /><Relationship Type="http://schemas.openxmlformats.org/officeDocument/2006/relationships/image" Target="/ppt/media/image4.png" Id="R2a764c3d076d4d08" /><Relationship Type="http://schemas.openxmlformats.org/officeDocument/2006/relationships/theme" Target="/ppt/slideMasters/theme/theme2.xml" Id="R0951ceaa65f5420b" /><Relationship Type="http://schemas.openxmlformats.org/officeDocument/2006/relationships/slideLayout" Target="/ppt/slideLayouts/slideLayout1.xml" Id="R9e342e281b934fe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DDE5F0E1-6940-42AA-B1DB-C1924A6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4E9CE9CF-D780-4329-865B-FAE8345F2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985352f4a346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C8A019DD-4550-46A9-A03E-1D9F2F63F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9a6aaa0f314a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5AD90F1-D13F-442D-B1ED-EFFBCF570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f824f208404c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82E2635-6F5D-48EF-AF0B-851322054A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7C29FCE-A171-4BC2-9F10-EF76C3EFE8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CAC9EC4-572D-4BA3-81D0-79A5A3329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64c3d076d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42e281b934feb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c8a0b807649a6" /><Relationship Type="http://schemas.openxmlformats.org/officeDocument/2006/relationships/notesSlide" Target="/ppt/notesSlides/notesSlide1.xml" Id="Rb6cf8ec74630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7c9e46a6a4a61" /><Relationship Type="http://schemas.openxmlformats.org/officeDocument/2006/relationships/notesSlide" Target="/ppt/notesSlides/notesSlide2.xml" Id="Rad44d5f6cf264f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35817104b4963" /><Relationship Type="http://schemas.openxmlformats.org/officeDocument/2006/relationships/notesSlide" Target="/ppt/notesSlides/notesSlide3.xml" Id="R808b359464864d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1efced2684437" /><Relationship Type="http://schemas.openxmlformats.org/officeDocument/2006/relationships/notesSlide" Target="/ppt/notesSlides/notesSlide4.xml" Id="Rd0f757cd9909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73c6daff84c21" /><Relationship Type="http://schemas.openxmlformats.org/officeDocument/2006/relationships/notesSlide" Target="/ppt/notesSlides/notesSlide5.xml" Id="R612ab98223b14a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b39ffa4747c9" /><Relationship Type="http://schemas.openxmlformats.org/officeDocument/2006/relationships/notesSlide" Target="/ppt/notesSlides/notesSlide6.xml" Id="R55c5be5c8c0644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e0c089e4e4136" /><Relationship Type="http://schemas.openxmlformats.org/officeDocument/2006/relationships/notesSlide" Target="/ppt/notesSlides/notesSlide7.xml" Id="R5046fce6649442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ef519cd9f4618" /><Relationship Type="http://schemas.openxmlformats.org/officeDocument/2006/relationships/notesSlide" Target="/ppt/notesSlides/notesSlide8.xml" Id="R4fb89c72203640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aa9405984baa" /><Relationship Type="http://schemas.openxmlformats.org/officeDocument/2006/relationships/notesSlide" Target="/ppt/notesSlides/notesSlide9.xml" Id="Rd00e7cce65ba4f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39d8eb574948" /><Relationship Type="http://schemas.openxmlformats.org/officeDocument/2006/relationships/notesSlide" Target="/ppt/notesSlides/notesSlide10.xml" Id="Rfa1a5288f50d4c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0914347b24069" /><Relationship Type="http://schemas.openxmlformats.org/officeDocument/2006/relationships/notesSlide" Target="/ppt/notesSlides/notesSlide11.xml" Id="R67bf5b69b25248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a5100e9874af1" /><Relationship Type="http://schemas.openxmlformats.org/officeDocument/2006/relationships/hyperlink" Target="https://github.com/AdiCynth/Mini-Project.git" TargetMode="External" Id="Rf028ed9085bf488f" /><Relationship Type="http://schemas.openxmlformats.org/officeDocument/2006/relationships/notesSlide" Target="/ppt/notesSlides/notesSlide12.xml" Id="Rabf27a96fc4f4d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2ca0bbdb14532" /><Relationship Type="http://schemas.openxmlformats.org/officeDocument/2006/relationships/notesSlide" Target="/ppt/notesSlides/notesSlide13.xml" Id="Rf1d6978affd344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4A7B884-994C-4AD5-BFE8-6E4E61DD1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23175A-3EB7-4685-A0C4-8562A68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5B953F-4A97-4CAF-914B-85C0E91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CFA7F0-1742-47FB-A50D-86CA243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AE0755-CE38-4B7C-A770-7F2F6A2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8F9001-0EC5-4B4D-A6C2-F6FA3D4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627" y="3675887"/>
            <a:ext cx="2556982" cy="3262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 Prepared by: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C36062-7FC8-488E-8CAC-DFB27B839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77522D-F0C5-44A1-8F20-4CF9E38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D252A7-0F2D-4D0A-981E-1A2FCB5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B679B7-3E9B-4909-AC84-0497EE2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513739-321F-4D8F-82FC-0184517A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BC9ED0-9EF4-41F5-A3A3-F4A98EC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748F450-6B86-48FD-B3BD-7936221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C5C8D3-6075-4531-829A-F693218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3E01CFD-760C-491F-BC3D-182F3C01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DE7A6C-AA3F-48A8-BF0E-3F42384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00A9EE-6E65-4129-9245-8B87921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82EF56-F5B9-46E5-B23A-452CC20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08E91DA-185E-4743-B5EB-B8BCCEA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E5EADC-4353-4D3D-AE26-6EDFCAC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FB8961-82D6-4EB2-ACF6-6D19814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825537F-9FAE-43E7-99A0-D9E613C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F6A408F-C3AE-412C-AC30-F6FF81F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C0E632-136A-4282-8346-3F5B3C6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720915-820F-4540-B32C-16E8DF7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6E41BF9-8EC6-4D9B-94FC-8DDE7CD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9DEE59F-EFFA-4383-B814-5A6D1A4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81CB6E-35A2-4FEC-844E-C4F4667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09E424-B497-4735-8ECC-5332A56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444FC54-B097-4553-ABBA-19A55BE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464DD1D-400F-4615-AB72-6B12432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299907-C707-42C9-BC04-61B825A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B65814-241A-48E7-A3EC-9A9BA05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852282-8D5A-4CFD-AEE3-9D515F9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701E5C-008B-43C6-903A-E4A5C86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DE903FF-DF72-4602-A0C0-E7ADCCD1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DE4C83-9B6D-407D-9783-DBCCEAE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4B63657-9C95-45EF-BE2F-A4F434D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7EF4F53-FD17-4B03-8FBD-D400F3C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D6F55E-CA7D-4988-BAE8-0BAA9F20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B5BFA0F-9B3B-4099-98CF-C9AE3D72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A7E2A-9B8D-42EB-8F92-5BD53D9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C0AF19-D602-4ABB-9A2C-68679B5E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4AA7583-0A15-4986-A8CB-6464E2E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804BFF-EDA0-4E7C-9285-08965A6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299D5E-1977-43DA-8B66-D2E1D22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200197-70F8-4FA9-93AD-3B1BB83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48B059-6042-4A69-8A78-C01563E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32765D3-EF89-45AB-B2BD-4F717B1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7143EF-148C-4848-AE59-D60BB43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68177D-E4AA-4427-83B2-2A2B02A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CDFB4C-C76B-4251-82A2-16504E9F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409D1E-BD55-433F-A1F9-EAF7E21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B193CA-F058-4C7F-8057-7125347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664C0A-2EF7-4D18-AD5F-10DAFB3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C8E90F4-FA72-4872-80A5-7F1D575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52A81040-5B82-46B5-A3F0-8D0C5F0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07088DE-E72D-48B0-BE88-05ED24B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9F1E2C8-31E3-4759-9D6D-A1E74FD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841C53B-4486-42B3-A453-F235192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CD24A7E-D37A-40ED-81B4-D5BD1B1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3F1BA52C-A5A1-418C-8A6F-44E9480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F4BCACF-384F-4C1F-8974-F00D318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D6EFA64-5B8C-4BE1-AD30-0CDEC1F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BF74811-89C1-45B2-A41F-7D52B37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5ABEC5-4493-48BE-B423-17BFD5D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B14B1E79-D856-42F6-B5BA-2A9499F9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A356392-614F-4CCA-8B80-1647A45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DA9206A-E8B6-4179-B25A-7060C65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AEB107-8F2A-4091-8568-7E2998B6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9CA7CCF-3668-4D75-9EC2-28A88CFE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B463D00-9779-444B-BEBA-E088783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21063393-1B4E-4F16-B6A4-2153C5F5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F3AA120-D498-4304-B7E1-0852DB4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4D377AB-F945-4015-80AB-2F1F455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29249C3-4AB7-479E-A1FF-60949F5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BB0962-3C35-4B5C-AD6A-4733900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BCB71F-870E-41B6-AF0A-27500E36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048107-CF78-4DB0-B0E7-41B396D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2EADF90-5582-47F7-8D13-A9FE0AAF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5CBD84-BAC2-4FE6-924B-6AC7FD8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2D99447-40C3-49E9-97F6-10B799C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03EDF6-0255-48DF-B1E4-9DD2252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38201C-A913-412C-A4BF-1FA4D01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6D345D-2BB0-4D27-A8DD-E880DA9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45BF6D-7349-4A3D-88DB-5640A8D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FD275E-0850-4D3C-95B9-5EE5E94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C80179A-7997-40B8-A452-20D2C9B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69FB62D-1274-4A49-8488-57242C1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B8B6FC-D165-4F2C-ACDE-666A8E0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02967F-6A2B-478B-BB1E-5FA677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66645B8-C158-4C8F-8A36-830B118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B8093-46E2-4E05-96C9-AF2FCC7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2085E9-8AF7-420C-BD14-78FC4933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D97FA73-635F-4C46-A501-0F571F3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B594191-F6B5-4111-B87E-4D46240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774FCFB-76F4-4109-807E-D85D6845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6691CF-7670-4ED7-B78C-5D24C18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7158AE-8D54-400D-9A8F-8DA47FC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058B086-AE1B-4CB9-8F28-E437D8C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A9309C-4D37-4E38-9468-B2F67D4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8539E7-22CC-4A71-8FAE-632E001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1E422-02D8-48ED-84B6-1B9CAC4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660AAE-E7D0-4A42-B7D5-6DA655C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A09C861-5CFB-41F9-84C0-D9C8ED5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5A454A-F793-4B5C-B5A8-0A6FCA5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878DBDD-4903-4864-9A92-902A86D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65E6239-9783-4A78-B8E3-0221A2B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4FED86-5602-4B9E-9095-1624847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F59D33A-69C5-4CB9-8833-33A960F8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F838ED-D80D-40E2-9B36-296A00E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3032E4-BBF2-486C-8AD5-5D7AA74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3D74C091-5B49-4802-9010-D6F3272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7F27D42F-49F3-424F-AC45-DE64019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FB8EE97-6A14-4949-9931-C250C466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FD8188E-AB51-40DE-8620-2F8BC448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2D6BAF0-E6EB-48B2-9D07-21932B3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02E88E-E069-4B0A-8511-42E8F823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77764A5-0DC7-485B-805E-D4F8453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28430747-6A3A-4612-8573-6159CA4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A475455-011F-4CB8-8BBC-CA4F1DD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69E890F-D534-40D4-9391-05755EB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5A359A-2EF9-456C-914B-E5C35F3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2FEFC88-F404-474E-9EC0-4F5D243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CADC93A-E1C7-4A3F-9AA1-23A7255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E60998-EE2A-41F4-B117-3C06090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FACE7EF-D9A6-4CA0-988A-BCDEA68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0FEA4AA2-4A36-4226-AAEE-07156D1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B013FCD-F6C1-44F5-9486-9FA9864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6847CCC-5299-4345-A8C3-515F0BD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235D31F-00C5-460C-ACA3-9F42AEB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B9744EE-6126-4ACF-8619-D8F7815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291E6C-2D3B-4441-8C1A-C5F5544F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AF7D73-4CE9-42F3-9E38-113A49B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F7F287-EA21-403E-BDC6-9CFF39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F0DCEC-7FCD-442F-86C7-1C74990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8436EF-4CC1-4E8D-9B89-92B162B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04EC768-60C6-4150-A649-99BA5E2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046F81E-536A-4646-9A0E-8285DAF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35CC43-6FD8-4B25-99FD-63FADE4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8505DA-5B4D-48CD-AC2D-5B6DAE8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72968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1B002E6-95CE-4D0B-BC15-729B23C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9D54A3-E706-448F-84A3-E913D15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A3CF4C5-9490-4262-A109-B2A0261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36EAFF-6941-4FB3-8BBC-F20B5EB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14216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2AFFC3D-CBF7-41F0-AEFD-B63512F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94A39B2-7DF2-4532-8F35-4AE14A1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E48FBB-B222-4F8A-A128-EE26EF1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5C43F75-0245-45D5-A107-FBC4CC5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855464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733AEE62-0A9C-471E-B8B0-70F55DF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1433025-C08A-4DEB-B091-AD9EAD6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7EAEEB-F16B-42F9-90F9-AECCF0E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DA44EA-DA1E-4E83-903B-39FCF6C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96712"/>
            <a:ext cx="175564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E9B9888-1359-4388-9D13-2706F51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61181AB-D80E-4DCF-9F70-491B28F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252A34-3D74-4EC2-B947-91A5B77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56C750-868C-4E9B-A626-CA7BFC5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746CA3-B9F1-40A4-BC3D-48B67AE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C0712F-4D48-45C9-A3F2-AB42FFA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C6BD94-3807-4737-B87B-653DD112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D8C0B6-A94A-48AA-8EC2-A0D85E2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B00FAAE-10A2-48DD-ABCE-15F4809D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78760D1-CDE5-4A7B-A3B5-C14DEEE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59C645E-D14B-4482-AA05-1777811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8F88ACDC-6B94-462D-8AFC-D7ADDEF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8CB40945-6CC9-49DB-8BF9-EF378FA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D0771C7-BC1E-4E40-98F5-1263698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798B0F4D-3AB6-465D-ACD5-4DA98ED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9344A9A-0DC6-4B79-9F38-10049F3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90772B7-16A6-4F8E-97E0-7EA08D1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F6F477-4C19-47EC-864F-54F427B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C2FC925-050F-45E6-863F-31168186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A62A47-33AE-4F5D-863B-8BAA6F9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7A1C893-75E2-417F-A1FA-789D620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1538C7D-2829-476E-AFF4-47D96C9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649201B-FAFE-4B9C-B92C-0BBC20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27A330D-97E5-492D-8727-96B3770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94CD924-F84D-4EF0-BFC4-6FFBF45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2F5067-5278-45B9-8C47-E3DE356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3677394-E5CA-49BF-9420-EB63EC9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98F049E-DA06-4930-92ED-F726726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77DD6A-95E9-4325-83BB-1E15588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390BF9C-0F61-4BEA-A935-F222621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3DFBD36-CB3C-48F7-BD10-2D4ECEB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6CE22A-A58A-4378-8F3C-3D261E3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C24A7B1-50CB-4BF0-BFD7-02C62F3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6FC4F9-FFD6-4667-BC75-C3FBE20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3D5282-B096-49B1-9D56-F838013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506B49F-DADF-4778-8A9B-7B2A23A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2423FB6-38C4-455B-B232-960D837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F6A11A-77F8-42B7-AF61-3A017EA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BE787A-6F99-4388-9451-AE7E57D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AA33B5-DD22-420C-9698-906C8A8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B7C5B9D-75A3-4367-8EB8-F00D872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66E7B6-5BE9-4FA3-BAC5-BAD713B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2018ED-CB87-40C9-A04B-D16AA2D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0EAE1A8-18B6-4202-BD88-6D770B6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DEBD74E-C538-4273-8501-1F471E75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07BEB7-1B04-47F0-9779-A450C4F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C97A14-D501-46B4-8FE5-8103096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38944E-6340-42E4-9FC9-A48BB94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E72FDFD-9F9A-4C17-8301-AA0B9C1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C1740A-0143-406F-A82C-42894DB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36726-319E-462E-A2AE-6CD8EE27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90532AC-0B72-45AE-BACE-C40B59C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12491C9-A695-4FAF-BE7C-E0FFA7D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8933CE9-C79D-4419-B9CC-CAC9452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E0C2937-7916-4DE1-BF08-978A9B0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8F0311C-B4B0-40D4-9C06-03F1128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3831F94-016D-4A92-B31B-A7FB751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AF747BC-C0F4-4139-865C-DC32793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3E19FD0-7028-49FC-84D3-93455D3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0CE58C-BC68-437A-9CC6-70EB31B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60C125-591C-4575-AFE9-B12CE58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AB7972-9F1C-45DD-9087-FB551C1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5DC10B0-514B-4D5B-887A-7EA826C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5B61B3-7E48-4AFE-90A0-0A2331A0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2AD2BB-5C8B-4FCD-B9A0-1EF1903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3F48180-3350-4025-A2B4-8F20A63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66B09E-6AFD-4EC4-A9A6-578707C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D83B25-EE1A-4DA7-A20A-1947395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B2B59B2-2C0F-48F8-8058-9EADBE2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72326A-3202-452A-8275-F45B3F4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A12510-C81D-4F3B-A33F-E87E91B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907CCE-7F53-4EE4-8451-A241BFF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637120D-710C-4946-9D39-CED975F2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908C5F-699E-4154-B138-5F0FE22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EEB1F9-3820-4C91-B47F-6C73C41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2A334FF-BBE9-4A78-A628-5A3BBB96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51CF663-A113-4DED-8420-760A4DE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88AF14-4E5A-4894-9F3D-12EF111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75F0187-3A0B-4406-A64A-F8394CA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BBA124-9C31-4E9B-855F-68849214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3BBA3A-CFA1-42AF-9DB5-DE12FE5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63E224A-9889-47E9-ACEB-F4FBD8A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A6645A5-6491-484C-B2FD-BB6F19F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EC82787-DF4D-42AB-A2D2-BACDEB4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A4FAB8D-1D84-408E-88AE-83586D0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7BF267A-02C9-4272-9DF3-BA54051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2B3C61-1047-42F6-824F-27CEBB9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52FE5327-45D9-46E2-9D83-5852C48E20C6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NGO-first India home; fresh palette, credited photos and Bootstrap 5.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donor, receiver and admin flows share JWT authentication.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routes use JWT verification and role guards.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GeoJSON + $geoNear power nearby lists and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Modal fix; 2.5× CO₂e reporting; Figma screens and UI polish.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Local demo needs MongoDB + API :5000 + web :3000; phone/LAN access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52FE5327-45D9-46E2-9D83-5852C48E20C6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results appear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f028ed9085bf488f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BE0682-AFE0-437A-969D-9D49D52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956B36-EF60-47F4-8086-BB267A7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2DBCB9F-619A-4DF4-97C5-CB93C9A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D03569-71A8-45A1-93A9-08B8A25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283120-A150-42F7-8C5C-9AB55D9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C07AA81-E3CF-4FAA-B7BF-8C28B0F0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555C65-52C1-420E-B9B6-ADF9A3C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32E9A8-1E6B-4454-884F-2749940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5B470C-C539-4500-8664-ED9DA9FB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2026-10-21T20:18:41.0500000Z</dcterms:created>
  <dcterms:modified xsi:type="dcterms:W3CDTF">2026-10-21T20:18:41.0500000Z</dcterms:modified>
</coreProperties>
</file>